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8" r:id="rId5"/>
    <p:sldId id="270" r:id="rId6"/>
    <p:sldId id="260" r:id="rId7"/>
    <p:sldId id="261" r:id="rId8"/>
    <p:sldId id="277" r:id="rId9"/>
    <p:sldId id="274" r:id="rId10"/>
    <p:sldId id="262" r:id="rId11"/>
    <p:sldId id="26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14"/>
  </p:normalViewPr>
  <p:slideViewPr>
    <p:cSldViewPr snapToGrid="0">
      <p:cViewPr varScale="1">
        <p:scale>
          <a:sx n="112" d="100"/>
          <a:sy n="112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87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207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515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03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365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118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17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8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40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34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97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CCC4D-4CDF-44BA-95DD-EDF29FAE1D4F}" type="datetimeFigureOut">
              <a:rPr lang="en-US" smtClean="0"/>
              <a:t>5/19/26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3C04B-9E4C-4E38-82FB-5C7B5F95E1B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4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3961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b="1" dirty="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3961" y="4226727"/>
            <a:ext cx="8948738" cy="1655762"/>
          </a:xfrm>
        </p:spPr>
        <p:txBody>
          <a:bodyPr>
            <a:normAutofit fontScale="55000" lnSpcReduction="20000"/>
          </a:bodyPr>
          <a:lstStyle/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US" sz="16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Company name/logo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sz="1600" kern="0" dirty="0">
              <a:solidFill>
                <a:srgbClr val="0D0D0D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/>
              <a:t>Explain your product in 2 powerful sentences</a:t>
            </a:r>
          </a:p>
          <a:p>
            <a:endParaRPr lang="en-US" sz="2000" dirty="0"/>
          </a:p>
          <a:p>
            <a:r>
              <a:rPr lang="en-US" sz="2000" dirty="0"/>
              <a:t>Example: </a:t>
            </a:r>
            <a:r>
              <a:rPr lang="en-US" sz="2000" i="1" dirty="0">
                <a:solidFill>
                  <a:srgbClr val="00B0F0"/>
                </a:solidFill>
              </a:rPr>
              <a:t>For wealthy individuals and car fans who want a high‐end sports car that is environmentally friendly, the Tesla Roadster is an electric car that delivers unprecedented performance without damaging the environment. </a:t>
            </a:r>
          </a:p>
          <a:p>
            <a:pPr lvl="1">
              <a:lnSpc>
                <a:spcPct val="107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sz="16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51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Clearly articulate the problem your product or service solves. Why this is important?</a:t>
            </a:r>
            <a:endParaRPr lang="en-US" sz="18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Provide evidence or data to support the significance of the problem.</a:t>
            </a:r>
            <a:endParaRPr lang="en-US" sz="18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89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Your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Explain your product or service and how it addresses the identified problem.</a:t>
            </a:r>
            <a:endParaRPr lang="en-US" sz="18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Highlight the unique selling points or features. Mention your competitors but highlight why you are better choice for your clients. Why  client need to choose you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Don’t forget to say if you have any copyright, patent, or other proprietary rights for the product. </a:t>
            </a:r>
            <a:endParaRPr lang="en-US" sz="18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ka-GE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86612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Prototype or MVP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Present visual material of your product: photo, picture, drawing, or other visuals</a:t>
            </a:r>
          </a:p>
          <a:p>
            <a:r>
              <a:rPr lang="en-US" sz="1800" dirty="0"/>
              <a:t>You can use lovable or other AI tools to create one. </a:t>
            </a:r>
          </a:p>
        </p:txBody>
      </p:sp>
    </p:spTree>
    <p:extLst>
      <p:ext uri="{BB962C8B-B14F-4D97-AF65-F5344CB8AC3E}">
        <p14:creationId xmlns:p14="http://schemas.microsoft.com/office/powerpoint/2010/main" val="1722587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Describe the size and growth potential of the target market.</a:t>
            </a:r>
            <a:endParaRPr lang="en-US" sz="18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Discuss any market trends or dynamics that support your opportunity.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cs typeface="Times New Roman" panose="02020603050405020304" pitchFamily="18" charset="0"/>
              </a:rPr>
              <a:t>Traction: test your idea with your classmate, family, friends to get some feedback and use these data.</a:t>
            </a:r>
            <a:endParaRPr lang="ka-GE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51753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Explain how your company plans to make money.</a:t>
            </a:r>
            <a:endParaRPr lang="en-US" sz="18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Include details on pricing, revenue streams, and customer acquisition strategy.</a:t>
            </a:r>
            <a:endParaRPr lang="en-US" sz="18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09447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10">
            <a:extLst>
              <a:ext uri="{FF2B5EF4-FFF2-40B4-BE49-F238E27FC236}">
                <a16:creationId xmlns:a16="http://schemas.microsoft.com/office/drawing/2014/main" id="{ADC09A0A-5EF7-45F4-B8EE-54903540B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890" y="507283"/>
            <a:ext cx="6017562" cy="15440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Competitive Advantage  </a:t>
            </a:r>
          </a:p>
        </p:txBody>
      </p:sp>
      <p:pic>
        <p:nvPicPr>
          <p:cNvPr id="6" name="Picture 5" descr="competitive-matrix_13">
            <a:extLst>
              <a:ext uri="{FF2B5EF4-FFF2-40B4-BE49-F238E27FC236}">
                <a16:creationId xmlns:a16="http://schemas.microsoft.com/office/drawing/2014/main" id="{13F678C4-476E-1918-B703-17711A204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28174" y="380667"/>
            <a:ext cx="4795285" cy="2553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ompetitive-matrix_10">
            <a:extLst>
              <a:ext uri="{FF2B5EF4-FFF2-40B4-BE49-F238E27FC236}">
                <a16:creationId xmlns:a16="http://schemas.microsoft.com/office/drawing/2014/main" id="{F510D549-CEC9-124D-C4E8-A83C27299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03694" y="3610489"/>
            <a:ext cx="2331720" cy="222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D7477A-9E89-5EAB-2DDE-D0DD8ED74A3D}"/>
              </a:ext>
            </a:extLst>
          </p:cNvPr>
          <p:cNvSpPr txBox="1"/>
          <p:nvPr/>
        </p:nvSpPr>
        <p:spPr>
          <a:xfrm>
            <a:off x="549890" y="2047845"/>
            <a:ext cx="6017562" cy="3946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74295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>
                <a:effectLst/>
              </a:rPr>
              <a:t>Identify your main competitors and their strengths/weaknesses.</a:t>
            </a:r>
          </a:p>
          <a:p>
            <a:pPr marL="74295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>
                <a:effectLst/>
              </a:rPr>
              <a:t>Highlight what sets your company apart and creates a competitive advantage.</a:t>
            </a:r>
          </a:p>
          <a:p>
            <a:pPr marL="742950" lvl="1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/>
              <a:t>For graphics, use any competitive analysis matrix format:</a:t>
            </a:r>
          </a:p>
          <a:p>
            <a:pPr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 SWOT analysis</a:t>
            </a:r>
          </a:p>
          <a:p>
            <a:pPr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 Competitive Advantage Matrix</a:t>
            </a:r>
          </a:p>
          <a:p>
            <a:pPr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 Competitive Profile Matrix</a:t>
            </a:r>
          </a:p>
          <a:p>
            <a:pPr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 Sales Matrix</a:t>
            </a:r>
          </a:p>
          <a:p>
            <a:pPr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 Product Feature and Benefit Matrix</a:t>
            </a:r>
          </a:p>
          <a:p>
            <a:pPr lvl="2"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 Price Matrix</a:t>
            </a:r>
          </a:p>
          <a:p>
            <a:pPr marL="1200150" lvl="2" indent="-228600">
              <a:lnSpc>
                <a:spcPct val="90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en-US" sz="2000" dirty="0">
              <a:effectLst/>
            </a:endParaRP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67181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E245-B5FB-4659-DE78-90C1E239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XK" dirty="0"/>
              <a:t>ilestone achievement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66CCB-1021-ECA7-4AA8-90E8F8C10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XK" dirty="0"/>
              <a:t>hat is the time frame that you plan to make this idea reality</a:t>
            </a:r>
          </a:p>
        </p:txBody>
      </p:sp>
    </p:spTree>
    <p:extLst>
      <p:ext uri="{BB962C8B-B14F-4D97-AF65-F5344CB8AC3E}">
        <p14:creationId xmlns:p14="http://schemas.microsoft.com/office/powerpoint/2010/main" val="2240693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Financial Projections - 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1316"/>
            <a:ext cx="10515600" cy="4351338"/>
          </a:xfrm>
        </p:spPr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Present projected financial statements, including revenue, expenses, and cash flow.</a:t>
            </a:r>
            <a:endParaRPr lang="en-US" sz="18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Provide assumptions and methodology behind your projections.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0433B-9F6C-DB34-1286-C05F6C6CD5F9}"/>
              </a:ext>
            </a:extLst>
          </p:cNvPr>
          <p:cNvSpPr txBox="1"/>
          <p:nvPr/>
        </p:nvSpPr>
        <p:spPr>
          <a:xfrm>
            <a:off x="3870826" y="2986879"/>
            <a:ext cx="1257300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Example: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933677-3580-C86E-B51C-EC1C61828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8" y="2897246"/>
            <a:ext cx="7134686" cy="367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4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Introduce key members of your team and their relevant experience.</a:t>
            </a:r>
            <a:endParaRPr lang="en-US" sz="1800" kern="100" dirty="0">
              <a:solidFill>
                <a:srgbClr val="0D0D0D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Emphasize why your team is uniquely qualified to execute the business plan.</a:t>
            </a:r>
            <a:endParaRPr lang="en-US" sz="1800" kern="100" dirty="0">
              <a:solidFill>
                <a:srgbClr val="0D0D0D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F3B77-4E75-86F4-5D13-6D03FD709295}"/>
              </a:ext>
            </a:extLst>
          </p:cNvPr>
          <p:cNvSpPr txBox="1"/>
          <p:nvPr/>
        </p:nvSpPr>
        <p:spPr>
          <a:xfrm>
            <a:off x="1857351" y="3078952"/>
            <a:ext cx="1257300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Example: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869040-5A94-E8C3-6CA4-F98256600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841" y="3078952"/>
            <a:ext cx="9298907" cy="302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16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remarks!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Repeat You the values of your team and add WHY YOU, WHY NOW, are important to be invested in.</a:t>
            </a:r>
            <a:endParaRPr lang="ka-GE" sz="1800" dirty="0"/>
          </a:p>
          <a:p>
            <a:endParaRPr lang="ka-GE" sz="1800" dirty="0"/>
          </a:p>
          <a:p>
            <a:endParaRPr lang="ka-GE" sz="1800" dirty="0"/>
          </a:p>
          <a:p>
            <a:r>
              <a:rPr lang="en-US" sz="1800" dirty="0"/>
              <a:t>Add contact information (optional bonus: can be QR code for your demo) </a:t>
            </a:r>
            <a:endParaRPr lang="ka-GE" sz="1800" dirty="0"/>
          </a:p>
        </p:txBody>
      </p:sp>
    </p:spTree>
    <p:extLst>
      <p:ext uri="{BB962C8B-B14F-4D97-AF65-F5344CB8AC3E}">
        <p14:creationId xmlns:p14="http://schemas.microsoft.com/office/powerpoint/2010/main" val="102685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6A11-3B43-CE65-F4BA-F4B902017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E2286-50A5-D554-15B8-AFE146520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Optional slide for additional information, such as product demos, customer testimonials, or detailed financials.</a:t>
            </a:r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95459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1271</TotalTime>
  <Words>431</Words>
  <Application>Microsoft Macintosh PowerPoint</Application>
  <PresentationFormat>Widescreen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Symbol</vt:lpstr>
      <vt:lpstr>Times New Roman</vt:lpstr>
      <vt:lpstr>Office Theme</vt:lpstr>
      <vt:lpstr>Title Slide</vt:lpstr>
      <vt:lpstr>Problem Statement</vt:lpstr>
      <vt:lpstr>Your Solution</vt:lpstr>
      <vt:lpstr>Prototype or MVP</vt:lpstr>
      <vt:lpstr>Market Opportunity</vt:lpstr>
      <vt:lpstr>Business model</vt:lpstr>
      <vt:lpstr>Competitive Advantage  </vt:lpstr>
      <vt:lpstr>Milestone achievement plan</vt:lpstr>
      <vt:lpstr>Financial Projections - optional</vt:lpstr>
      <vt:lpstr>Team</vt:lpstr>
      <vt:lpstr>Final remarks!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(ბიზნეს პროექტის სახელწოდება)</dc:title>
  <dc:creator>Nato Chakvetadze</dc:creator>
  <cp:lastModifiedBy>Arta Istrefi-Jahja</cp:lastModifiedBy>
  <cp:revision>66</cp:revision>
  <dcterms:created xsi:type="dcterms:W3CDTF">2017-02-06T16:22:24Z</dcterms:created>
  <dcterms:modified xsi:type="dcterms:W3CDTF">2026-05-19T06:27:22Z</dcterms:modified>
</cp:coreProperties>
</file>